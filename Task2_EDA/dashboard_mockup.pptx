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4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509" y="274320"/>
            <a:ext cx="8770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Retail Sales 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130" y="1289931"/>
            <a:ext cx="13062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Sales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24506.25</a:t>
            </a:r>
            <a:endParaRPr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75935" y="1289651"/>
            <a:ext cx="2161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Quantity Sold</a:t>
            </a:r>
          </a:p>
          <a:p>
            <a:r>
              <a:rPr lang="en-I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12785</a:t>
            </a:r>
            <a:endParaRPr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99739" y="1371600"/>
            <a:ext cx="2008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Customers</a:t>
            </a:r>
          </a:p>
          <a:p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48</a:t>
            </a:r>
            <a:endParaRPr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82673" y="1371600"/>
            <a:ext cx="22009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Product Price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3.0371100000000006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273" y="3022878"/>
            <a:ext cx="28657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/>
              <a:t>Sales by Country (Bar Chart)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3912" y="3031807"/>
            <a:ext cx="31063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/>
              <a:t>Quantity vs Price (Scatter Plot)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3368" y="4982135"/>
            <a:ext cx="4032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Insert Correlation Heatmap Image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3144A1-3494-B36A-7C34-DE734BF24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25" y="3343697"/>
            <a:ext cx="4114799" cy="1626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B78626-E341-F425-3B8A-F6EF2C9F7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244" y="3392209"/>
            <a:ext cx="3838927" cy="1732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4E365D-8DA3-774A-2A08-CB68B1F83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97" y="5351466"/>
            <a:ext cx="5238206" cy="1506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PUJA RANI PADHY</cp:lastModifiedBy>
  <cp:revision>2</cp:revision>
  <dcterms:created xsi:type="dcterms:W3CDTF">2013-01-27T09:14:16Z</dcterms:created>
  <dcterms:modified xsi:type="dcterms:W3CDTF">2026-03-21T20:05:34Z</dcterms:modified>
  <cp:category/>
</cp:coreProperties>
</file>